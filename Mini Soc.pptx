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7EED-A378-40AB-8D26-FC736866A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344EC-FF94-479A-AB9F-BE9808A67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5BF2D-535F-434D-BE58-6DB2E06C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B20F-0FCC-4134-8F14-058C774E8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105D0-D1ED-441E-82AC-BE0E50F61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9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2613-6620-479B-88AE-7D6981CA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CA40-B842-46C6-BAF7-AB274B974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7DC2F-527F-45D8-B296-44F5BF6B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C7B4D-1917-4F4F-A9EC-D55ADE11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E01D6-DB6F-4199-800B-D0B5139E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28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CDC8-92F0-49A4-8310-C3292C14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13511-8268-4F0D-B573-C58ECF851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E873B-BF6D-4D38-A678-F796D47B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D49B2-4599-4CDF-B671-CA3C568E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0749-CB26-4348-A74E-BBC28CE5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180EB-7E5E-4440-8EE6-BAC0FF9D0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8321C-6E3D-4EAA-9370-B7C5777F5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A3B3-7A12-4F3B-8AB6-EC9351283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5B188-F4E0-45C0-BCE5-6FE29E85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4054F-F5EE-4C78-AB23-9B7FB5A2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2D74B-3878-4EE7-8AC7-FC003085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8050-474D-4947-B68F-9FEE667F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47107-2C58-4DE3-A485-3EC322DC9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75B43-A947-4974-8140-5C06C49D6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22EC1-B8EF-442C-A4C4-B1EE3D8CB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821387-295F-4A98-B8B7-9C05F2CF91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1AAF9-A84A-460C-936A-3CAC3296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E782F1-4FF4-48EE-B947-4C50AB7D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594E5F-4048-4AAE-A76B-60B10E37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6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3456-269F-4C39-BFB8-E01106B8F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7B590-3432-4074-8AE7-C976171B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645E1-1E41-471A-8C21-CBC0E9CC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18F40-8109-4E51-8287-F55ED05B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68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15BCA-9925-4355-A2C2-16B0650E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BA358-AE9C-4F79-848E-9DF2731F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25F7B-AF23-4018-A4D6-4D06C8BB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9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514C-4DD7-46F1-A580-456A11B6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C9E8-5405-4C42-B93B-62DED84E6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A0FB8-EDC3-4553-9D2B-9C426BDBF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DAE11-30F9-48C9-B225-C5158F13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0B5FE-291E-42A1-BD09-168B8972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2B8BB-8777-47D8-8E51-4E8545D0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6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A30A-708A-4A93-907F-BDA2E792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1AFC8-FFF2-43C7-BF91-499FE75AF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26556-82D2-41AC-92A4-2CE42D284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AD4D3-5FEA-47FB-8F6B-7C48F3A1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0181B-8978-4312-A0FD-D4BA2716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7F81E-AA98-4794-8A02-0DBC7802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0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46BA-07ED-4170-B108-606587A0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C7790-2304-4F91-B9AB-DBE65F4EE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45F29-F9C1-458C-83F6-BBE57989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57F2-5A44-45F2-91A9-3736F0D5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B4412-90CC-41EF-A17F-C67C011E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79875-4AD2-44D8-9110-C7222CED3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83D23-E720-4C54-9F02-A543FC6A5E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C584F-8392-4FEF-A682-1182F756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8B2C-203D-4A23-8B80-8B67D2494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428D-0860-4CF6-B6F9-EA037487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75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C1FD5E-8194-4EF3-93C3-146B700B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F799-FF5F-47C3-8A12-A09628A02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1080D-53E5-4FB8-9570-12E8E5A80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2E95-801B-40A6-BC99-9BEB40284C7B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6429-2251-4806-841E-36B6FD8A2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AD8BB-093E-40F6-B791-992FFE2D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1ABCC-DA8D-4EB9-8739-27E64144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9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534C6-DF2D-4E44-9800-749C78D637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204787"/>
            <a:ext cx="111728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4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D7A0E4-D286-4F2B-A5A8-F8C0AE8F8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91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CFEFE-4D1F-4014-A8FB-3704D29C8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73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95953-28FF-46DB-B6B4-419F476BE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9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04857-5401-46E9-86D9-D7A6959F0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1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00609-6EC4-4A89-8865-800FB42A7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2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00609-6EC4-4A89-8865-800FB42A7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3EC95-E6C4-46B4-AC4C-73E6419F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3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00609-6EC4-4A89-8865-800FB42A7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3EC95-E6C4-46B4-AC4C-73E6419F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63BE5-510B-4410-9A63-78ECFA86C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89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41BC-69F6-4A26-90DF-C73363BCA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ECA79-CFCB-4D67-9B88-7498A51A1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00609-6EC4-4A89-8865-800FB42A7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3EC95-E6C4-46B4-AC4C-73E6419F9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63BE5-510B-4410-9A63-78ECFA86C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7EF986-7037-4127-963B-A55AC72DBC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2" y="180975"/>
            <a:ext cx="1138237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0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yossef aly</dc:creator>
  <cp:lastModifiedBy>yossef aly</cp:lastModifiedBy>
  <cp:revision>1</cp:revision>
  <dcterms:created xsi:type="dcterms:W3CDTF">2025-11-29T22:43:11Z</dcterms:created>
  <dcterms:modified xsi:type="dcterms:W3CDTF">2025-11-29T22:48:23Z</dcterms:modified>
</cp:coreProperties>
</file>